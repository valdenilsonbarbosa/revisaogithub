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49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5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58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47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84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7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92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64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3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90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1C473-0109-4264-A806-0700F1D36EB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481E9-1480-45D4-B093-28EBF369A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66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Revisão </a:t>
            </a:r>
            <a:r>
              <a:rPr lang="pt-BR" smtClean="0"/>
              <a:t>do GitHub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477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Revisão do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do GitHub</dc:title>
  <dc:creator>Manha Cetcc</dc:creator>
  <cp:lastModifiedBy>Manha Cetcc</cp:lastModifiedBy>
  <cp:revision>1</cp:revision>
  <dcterms:created xsi:type="dcterms:W3CDTF">2026-08-05T11:05:33Z</dcterms:created>
  <dcterms:modified xsi:type="dcterms:W3CDTF">2026-08-05T11:05:47Z</dcterms:modified>
</cp:coreProperties>
</file>